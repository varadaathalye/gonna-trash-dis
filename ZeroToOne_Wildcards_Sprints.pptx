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1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083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37160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WC-01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9456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by Day 30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27432"/>
          </a:xfrm>
          <a:prstGeom prst="rect">
            <a:avLst/>
          </a:prstGeom>
          <a:solidFill>
            <a:srgbClr val="25255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solidFill>
            <a:srgbClr val="1A1A35"/>
          </a:solidFill>
          <a:ln w="12700">
            <a:solidFill>
              <a:srgbClr val="252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 must generate its first unit of revenue within 30 days of launch — without any external investment, grant, or subsidy.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606040" cy="19202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34640"/>
            <a:ext cx="26060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Self-funded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investors, no grants, no subsidies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2834640"/>
            <a:ext cx="2606040" cy="19202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834640"/>
            <a:ext cx="26060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971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30 Revenue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977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rupee earned within 30 days of launch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606040" cy="19202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834640"/>
            <a:ext cx="26060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971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♻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3566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Cash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3977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must be self-sustaining from day one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371600" cy="502920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WC-02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9456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3D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Breach Rumor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8046720" cy="27432"/>
          </a:xfrm>
          <a:prstGeom prst="rect">
            <a:avLst/>
          </a:prstGeom>
          <a:solidFill>
            <a:srgbClr val="25255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88720"/>
            <a:ext cx="8046720" cy="1417320"/>
          </a:xfrm>
          <a:prstGeom prst="rect">
            <a:avLst/>
          </a:prstGeom>
          <a:solidFill>
            <a:srgbClr val="2A0A12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 viral WhatsApp rumor claims your backend is not secure and hackers have found a loophole to steal user data.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4023360" cy="411480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CRISIS RESPONSE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 immediate public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rumor directly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 to users &amp; stakeholders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788920"/>
            <a:ext cx="4023360" cy="21031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788920"/>
            <a:ext cx="402336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your data privacy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encryption &amp; security layers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 users their data is safe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SPRINT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MS-01 · MS-02 · MS-03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1A1A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" cy="1143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61872"/>
            <a:ext cx="77724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618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MS-01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12618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25272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 &amp; Tagline Sprint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1691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product. Write a tagline of ten words or fewer. Present both in 30 seconds.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on: Memorability &amp; Clarity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2916936"/>
            <a:ext cx="6537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38221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381304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C4559205-B616-5C69-DE6D-BF0A7063BC84}"/>
              </a:ext>
            </a:extLst>
          </p:cNvPr>
          <p:cNvSpPr/>
          <p:nvPr/>
        </p:nvSpPr>
        <p:spPr>
          <a:xfrm>
            <a:off x="512064" y="2465196"/>
            <a:ext cx="8229600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EC9F90F-5B8C-096B-88A4-06B78C8A5657}"/>
              </a:ext>
            </a:extLst>
          </p:cNvPr>
          <p:cNvSpPr/>
          <p:nvPr/>
        </p:nvSpPr>
        <p:spPr>
          <a:xfrm>
            <a:off x="457200" y="2465196"/>
            <a:ext cx="109728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7BE97286-6BDA-36FB-D5CD-81E3A533A54F}"/>
              </a:ext>
            </a:extLst>
          </p:cNvPr>
          <p:cNvSpPr/>
          <p:nvPr/>
        </p:nvSpPr>
        <p:spPr>
          <a:xfrm>
            <a:off x="685800" y="2538348"/>
            <a:ext cx="777240" cy="34747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B5E71EC-7C1D-6F0C-7504-B6C791F0C79C}"/>
              </a:ext>
            </a:extLst>
          </p:cNvPr>
          <p:cNvSpPr/>
          <p:nvPr/>
        </p:nvSpPr>
        <p:spPr>
          <a:xfrm>
            <a:off x="685800" y="25383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MS-02</a:t>
            </a:r>
            <a:endParaRPr lang="en-US" sz="10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F4B00DC5-5179-E2D6-61F1-511B5CCFECE4}"/>
              </a:ext>
            </a:extLst>
          </p:cNvPr>
          <p:cNvSpPr/>
          <p:nvPr/>
        </p:nvSpPr>
        <p:spPr>
          <a:xfrm>
            <a:off x="1572768" y="25383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AE3120B9-6DA7-2823-054F-9DB3697804C0}"/>
              </a:ext>
            </a:extLst>
          </p:cNvPr>
          <p:cNvSpPr/>
          <p:nvPr/>
        </p:nvSpPr>
        <p:spPr>
          <a:xfrm>
            <a:off x="2468880" y="252920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Viral Loop Sprint</a:t>
            </a:r>
            <a:endParaRPr lang="en-US" sz="15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E806E386-BE4F-B342-D63B-5AB060026D42}"/>
              </a:ext>
            </a:extLst>
          </p:cNvPr>
          <p:cNvSpPr/>
          <p:nvPr/>
        </p:nvSpPr>
        <p:spPr>
          <a:xfrm>
            <a:off x="685800" y="296811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mechanism within your product that naturally incentivizes an existing user to invite two more users — without spending any money on marketing.</a:t>
            </a:r>
            <a:endParaRPr lang="en-US" sz="12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DE7CBDE-334A-376E-F9C6-C04D281A1D92}"/>
              </a:ext>
            </a:extLst>
          </p:cNvPr>
          <p:cNvSpPr/>
          <p:nvPr/>
        </p:nvSpPr>
        <p:spPr>
          <a:xfrm>
            <a:off x="7223760" y="31235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on: Creativity &amp; Virality</a:t>
            </a:r>
            <a:endParaRPr lang="en-US" sz="9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94A1C721-6F76-039E-DE3C-BDF8B98809EC}"/>
              </a:ext>
            </a:extLst>
          </p:cNvPr>
          <p:cNvSpPr/>
          <p:nvPr/>
        </p:nvSpPr>
        <p:spPr>
          <a:xfrm>
            <a:off x="457200" y="3771900"/>
            <a:ext cx="8229600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374FF683-5A14-161A-04F5-BA1C7881F902}"/>
              </a:ext>
            </a:extLst>
          </p:cNvPr>
          <p:cNvSpPr/>
          <p:nvPr/>
        </p:nvSpPr>
        <p:spPr>
          <a:xfrm>
            <a:off x="457200" y="3791076"/>
            <a:ext cx="109728" cy="1188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CC2AA3B7-30DD-0C7E-02F3-924BCA3501A5}"/>
              </a:ext>
            </a:extLst>
          </p:cNvPr>
          <p:cNvSpPr/>
          <p:nvPr/>
        </p:nvSpPr>
        <p:spPr>
          <a:xfrm>
            <a:off x="685800" y="3864228"/>
            <a:ext cx="777240" cy="34747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002482C1-838B-A2D0-2F93-31A7DE6C078B}"/>
              </a:ext>
            </a:extLst>
          </p:cNvPr>
          <p:cNvSpPr/>
          <p:nvPr/>
        </p:nvSpPr>
        <p:spPr>
          <a:xfrm>
            <a:off x="685800" y="38642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MS-03</a:t>
            </a:r>
            <a:endParaRPr lang="en-US" sz="10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E17DBAAA-5D67-D7E7-B794-E26D5A048437}"/>
              </a:ext>
            </a:extLst>
          </p:cNvPr>
          <p:cNvSpPr/>
          <p:nvPr/>
        </p:nvSpPr>
        <p:spPr>
          <a:xfrm>
            <a:off x="1572768" y="386422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5D32F772-C6A1-A444-C670-528E1BF690D4}"/>
              </a:ext>
            </a:extLst>
          </p:cNvPr>
          <p:cNvSpPr/>
          <p:nvPr/>
        </p:nvSpPr>
        <p:spPr>
          <a:xfrm>
            <a:off x="2468880" y="385508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Bootstrap Sprint</a:t>
            </a:r>
            <a:endParaRPr lang="en-US" sz="15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F1C7A4B6-8758-5541-1045-E7E7A40A34D5}"/>
              </a:ext>
            </a:extLst>
          </p:cNvPr>
          <p:cNvSpPr/>
          <p:nvPr/>
        </p:nvSpPr>
        <p:spPr>
          <a:xfrm>
            <a:off x="685800" y="429399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total budget of ₹5,000 for your first month. Break down exactly how you will spend it to acquire your first 100 users.</a:t>
            </a:r>
            <a:endParaRPr lang="en-US" sz="12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11BE60F-1873-E20C-20A4-687FCF7121D6}"/>
              </a:ext>
            </a:extLst>
          </p:cNvPr>
          <p:cNvSpPr/>
          <p:nvPr/>
        </p:nvSpPr>
        <p:spPr>
          <a:xfrm>
            <a:off x="7223760" y="44494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on: Frugality &amp; Strategy</a:t>
            </a:r>
            <a:endParaRPr lang="en-US" sz="95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E0F49CAB-6C3D-D809-1DE5-3D7A0B61F441}"/>
              </a:ext>
            </a:extLst>
          </p:cNvPr>
          <p:cNvSpPr/>
          <p:nvPr/>
        </p:nvSpPr>
        <p:spPr>
          <a:xfrm flipV="1">
            <a:off x="457200" y="3608196"/>
            <a:ext cx="8229600" cy="54864"/>
          </a:xfrm>
          <a:prstGeom prst="rect">
            <a:avLst/>
          </a:prstGeom>
          <a:solidFill>
            <a:srgbClr val="1A1A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247</Words>
  <Application>Microsoft Office PowerPoint</Application>
  <PresentationFormat>On-screen Show (16:9)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to One - Wildcards &amp; Mini Sprints</dc:title>
  <dc:subject>PptxGenJS Presentation</dc:subject>
  <dc:creator>PptxGenJS</dc:creator>
  <cp:lastModifiedBy>Neel Naik</cp:lastModifiedBy>
  <cp:revision>2</cp:revision>
  <dcterms:created xsi:type="dcterms:W3CDTF">2026-04-11T04:53:18Z</dcterms:created>
  <dcterms:modified xsi:type="dcterms:W3CDTF">2026-04-11T05:08:59Z</dcterms:modified>
</cp:coreProperties>
</file>